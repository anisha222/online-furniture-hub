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6" r:id="rId1"/>
  </p:sldMasterIdLst>
  <p:notesMasterIdLst>
    <p:notesMasterId r:id="rId11"/>
  </p:notesMasterIdLst>
  <p:sldIdLst>
    <p:sldId id="278" r:id="rId2"/>
    <p:sldId id="287" r:id="rId3"/>
    <p:sldId id="281" r:id="rId4"/>
    <p:sldId id="263" r:id="rId5"/>
    <p:sldId id="264" r:id="rId6"/>
    <p:sldId id="286" r:id="rId7"/>
    <p:sldId id="272" r:id="rId8"/>
    <p:sldId id="293" r:id="rId9"/>
    <p:sldId id="29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B4973"/>
    <a:srgbClr val="BF35B8"/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2" autoAdjust="0"/>
    <p:restoredTop sz="94660"/>
  </p:normalViewPr>
  <p:slideViewPr>
    <p:cSldViewPr snapToGrid="0">
      <p:cViewPr varScale="1">
        <p:scale>
          <a:sx n="61" d="100"/>
          <a:sy n="61" d="100"/>
        </p:scale>
        <p:origin x="952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B624B7-DCA8-47F4-8C1E-9DD8323000C4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E5E57B-64E5-45A9-96D0-080A816B54F2}">
      <dgm:prSet custT="1"/>
      <dgm:spPr>
        <a:solidFill>
          <a:schemeClr val="bg1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 algn="ctr"/>
          <a:r>
            <a:rPr lang="en-US" sz="4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rPr>
            <a:t>INTRODUCTION</a:t>
          </a:r>
          <a:endParaRPr lang="en-US" sz="48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lgerian" panose="04020705040A02060702" pitchFamily="82" charset="0"/>
          </a:endParaRPr>
        </a:p>
      </dgm:t>
    </dgm:pt>
    <dgm:pt modelId="{7ECC8119-EA2A-47CA-8ECE-70B78BA30C11}" type="parTrans" cxnId="{CB24E6A6-4BE7-4E4B-A9C0-9F96BFE68B8A}">
      <dgm:prSet/>
      <dgm:spPr/>
      <dgm:t>
        <a:bodyPr/>
        <a:lstStyle/>
        <a:p>
          <a:endParaRPr lang="en-US"/>
        </a:p>
      </dgm:t>
    </dgm:pt>
    <dgm:pt modelId="{599EC621-754B-4DD8-B16E-FE68305D662D}" type="sibTrans" cxnId="{CB24E6A6-4BE7-4E4B-A9C0-9F96BFE68B8A}">
      <dgm:prSet/>
      <dgm:spPr/>
      <dgm:t>
        <a:bodyPr/>
        <a:lstStyle/>
        <a:p>
          <a:endParaRPr lang="en-US"/>
        </a:p>
      </dgm:t>
    </dgm:pt>
    <dgm:pt modelId="{25D6C485-69BC-4A2D-9D46-A55466C36E3D}" type="pres">
      <dgm:prSet presAssocID="{A5B624B7-DCA8-47F4-8C1E-9DD8323000C4}" presName="linear" presStyleCnt="0">
        <dgm:presLayoutVars>
          <dgm:animLvl val="lvl"/>
          <dgm:resizeHandles val="exact"/>
        </dgm:presLayoutVars>
      </dgm:prSet>
      <dgm:spPr/>
    </dgm:pt>
    <dgm:pt modelId="{466B3019-2634-4000-9EF6-CA965CD167F7}" type="pres">
      <dgm:prSet presAssocID="{9AE5E57B-64E5-45A9-96D0-080A816B54F2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760F1263-C27A-4979-96AC-5E1E59CA044F}" type="presOf" srcId="{9AE5E57B-64E5-45A9-96D0-080A816B54F2}" destId="{466B3019-2634-4000-9EF6-CA965CD167F7}" srcOrd="0" destOrd="0" presId="urn:microsoft.com/office/officeart/2005/8/layout/vList2"/>
    <dgm:cxn modelId="{FBF4B09E-757B-4373-AD33-F429474002DD}" type="presOf" srcId="{A5B624B7-DCA8-47F4-8C1E-9DD8323000C4}" destId="{25D6C485-69BC-4A2D-9D46-A55466C36E3D}" srcOrd="0" destOrd="0" presId="urn:microsoft.com/office/officeart/2005/8/layout/vList2"/>
    <dgm:cxn modelId="{CB24E6A6-4BE7-4E4B-A9C0-9F96BFE68B8A}" srcId="{A5B624B7-DCA8-47F4-8C1E-9DD8323000C4}" destId="{9AE5E57B-64E5-45A9-96D0-080A816B54F2}" srcOrd="0" destOrd="0" parTransId="{7ECC8119-EA2A-47CA-8ECE-70B78BA30C11}" sibTransId="{599EC621-754B-4DD8-B16E-FE68305D662D}"/>
    <dgm:cxn modelId="{C73222B0-427E-452B-8570-05E9124C23B0}" type="presParOf" srcId="{25D6C485-69BC-4A2D-9D46-A55466C36E3D}" destId="{466B3019-2634-4000-9EF6-CA965CD167F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4C9A327-3A7F-45F3-98DC-5A7A967B1CC3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85C724B-3AFB-4845-AA63-CFE6CBA23855}">
      <dgm:prSet custT="1"/>
      <dgm:spPr>
        <a:solidFill>
          <a:schemeClr val="bg1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 algn="ctr"/>
          <a:r>
            <a:rPr lang="en-US" sz="5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rPr>
            <a:t>PROBLEM</a:t>
          </a:r>
          <a:r>
            <a:rPr lang="en-US" sz="6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rPr>
            <a:t> </a:t>
          </a:r>
          <a:r>
            <a:rPr lang="en-US" sz="4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rPr>
            <a:t>STATEMENT</a:t>
          </a:r>
          <a:endParaRPr lang="en-US" sz="60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lgerian" panose="04020705040A02060702" pitchFamily="82" charset="0"/>
          </a:endParaRPr>
        </a:p>
      </dgm:t>
    </dgm:pt>
    <dgm:pt modelId="{3D423BDE-4EF7-4FBC-B36C-83FE5A0D1807}" type="parTrans" cxnId="{4E887271-73B2-4BBF-8D86-5DCB46794823}">
      <dgm:prSet/>
      <dgm:spPr/>
      <dgm:t>
        <a:bodyPr/>
        <a:lstStyle/>
        <a:p>
          <a:endParaRPr lang="en-US"/>
        </a:p>
      </dgm:t>
    </dgm:pt>
    <dgm:pt modelId="{6B6A10FF-05F0-4638-97B1-4108C7A8AAB0}" type="sibTrans" cxnId="{4E887271-73B2-4BBF-8D86-5DCB46794823}">
      <dgm:prSet/>
      <dgm:spPr/>
      <dgm:t>
        <a:bodyPr/>
        <a:lstStyle/>
        <a:p>
          <a:endParaRPr lang="en-US"/>
        </a:p>
      </dgm:t>
    </dgm:pt>
    <dgm:pt modelId="{6C5CB4F1-9C07-4391-B407-D5FA8A7E3F6A}" type="pres">
      <dgm:prSet presAssocID="{64C9A327-3A7F-45F3-98DC-5A7A967B1CC3}" presName="linear" presStyleCnt="0">
        <dgm:presLayoutVars>
          <dgm:animLvl val="lvl"/>
          <dgm:resizeHandles val="exact"/>
        </dgm:presLayoutVars>
      </dgm:prSet>
      <dgm:spPr/>
    </dgm:pt>
    <dgm:pt modelId="{C8A4E3FC-2857-480F-8B88-BF00BFA499B8}" type="pres">
      <dgm:prSet presAssocID="{E85C724B-3AFB-4845-AA63-CFE6CBA23855}" presName="parentText" presStyleLbl="node1" presStyleIdx="0" presStyleCnt="1" custLinFactNeighborX="-5933" custLinFactNeighborY="1772">
        <dgm:presLayoutVars>
          <dgm:chMax val="0"/>
          <dgm:bulletEnabled val="1"/>
        </dgm:presLayoutVars>
      </dgm:prSet>
      <dgm:spPr/>
    </dgm:pt>
  </dgm:ptLst>
  <dgm:cxnLst>
    <dgm:cxn modelId="{4E887271-73B2-4BBF-8D86-5DCB46794823}" srcId="{64C9A327-3A7F-45F3-98DC-5A7A967B1CC3}" destId="{E85C724B-3AFB-4845-AA63-CFE6CBA23855}" srcOrd="0" destOrd="0" parTransId="{3D423BDE-4EF7-4FBC-B36C-83FE5A0D1807}" sibTransId="{6B6A10FF-05F0-4638-97B1-4108C7A8AAB0}"/>
    <dgm:cxn modelId="{254A2081-B699-4726-B5DF-84DCB373B4E7}" type="presOf" srcId="{E85C724B-3AFB-4845-AA63-CFE6CBA23855}" destId="{C8A4E3FC-2857-480F-8B88-BF00BFA499B8}" srcOrd="0" destOrd="0" presId="urn:microsoft.com/office/officeart/2005/8/layout/vList2"/>
    <dgm:cxn modelId="{5495E3EB-2F96-40E7-B6E0-9CBA6F31853A}" type="presOf" srcId="{64C9A327-3A7F-45F3-98DC-5A7A967B1CC3}" destId="{6C5CB4F1-9C07-4391-B407-D5FA8A7E3F6A}" srcOrd="0" destOrd="0" presId="urn:microsoft.com/office/officeart/2005/8/layout/vList2"/>
    <dgm:cxn modelId="{046FE869-9DDF-4F19-90C1-AA8F34B1E3E8}" type="presParOf" srcId="{6C5CB4F1-9C07-4391-B407-D5FA8A7E3F6A}" destId="{C8A4E3FC-2857-480F-8B88-BF00BFA499B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21A3995-92E6-42CC-998F-22BC4372F475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7A2C5B-5360-4F1A-8F71-82EA0014051F}">
      <dgm:prSet custT="1"/>
      <dgm:spPr>
        <a:solidFill>
          <a:schemeClr val="bg1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 algn="ctr"/>
          <a:r>
            <a:rPr lang="en-US" sz="4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rPr>
            <a:t>AIM</a:t>
          </a:r>
          <a:endParaRPr lang="en-US" sz="48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lgerian" panose="04020705040A02060702" pitchFamily="82" charset="0"/>
          </a:endParaRPr>
        </a:p>
      </dgm:t>
    </dgm:pt>
    <dgm:pt modelId="{1E070A85-5482-417D-83E7-A2AFBE978021}" type="sibTrans" cxnId="{E220ABF5-2AB0-4505-9B7C-39BC9B78002B}">
      <dgm:prSet/>
      <dgm:spPr/>
      <dgm:t>
        <a:bodyPr/>
        <a:lstStyle/>
        <a:p>
          <a:endParaRPr lang="en-US"/>
        </a:p>
      </dgm:t>
    </dgm:pt>
    <dgm:pt modelId="{BD1B17FA-6298-4724-BE5E-3AB49187FA0A}" type="parTrans" cxnId="{E220ABF5-2AB0-4505-9B7C-39BC9B78002B}">
      <dgm:prSet/>
      <dgm:spPr/>
      <dgm:t>
        <a:bodyPr/>
        <a:lstStyle/>
        <a:p>
          <a:endParaRPr lang="en-US"/>
        </a:p>
      </dgm:t>
    </dgm:pt>
    <dgm:pt modelId="{F16E1504-2AD5-4F2C-ABC4-010E5DBEECE4}" type="pres">
      <dgm:prSet presAssocID="{D21A3995-92E6-42CC-998F-22BC4372F475}" presName="linear" presStyleCnt="0">
        <dgm:presLayoutVars>
          <dgm:animLvl val="lvl"/>
          <dgm:resizeHandles val="exact"/>
        </dgm:presLayoutVars>
      </dgm:prSet>
      <dgm:spPr/>
    </dgm:pt>
    <dgm:pt modelId="{90024665-0828-4BB8-87B5-6C969D9E9316}" type="pres">
      <dgm:prSet presAssocID="{847A2C5B-5360-4F1A-8F71-82EA0014051F}" presName="parentText" presStyleLbl="node1" presStyleIdx="0" presStyleCnt="1" custLinFactNeighborX="249" custLinFactNeighborY="69107">
        <dgm:presLayoutVars>
          <dgm:chMax val="0"/>
          <dgm:bulletEnabled val="1"/>
        </dgm:presLayoutVars>
      </dgm:prSet>
      <dgm:spPr/>
    </dgm:pt>
  </dgm:ptLst>
  <dgm:cxnLst>
    <dgm:cxn modelId="{1B706F60-2102-44D6-A250-CBBCEBF19C1F}" type="presOf" srcId="{D21A3995-92E6-42CC-998F-22BC4372F475}" destId="{F16E1504-2AD5-4F2C-ABC4-010E5DBEECE4}" srcOrd="0" destOrd="0" presId="urn:microsoft.com/office/officeart/2005/8/layout/vList2"/>
    <dgm:cxn modelId="{3450B872-D548-47D9-A82D-8AA310482DF6}" type="presOf" srcId="{847A2C5B-5360-4F1A-8F71-82EA0014051F}" destId="{90024665-0828-4BB8-87B5-6C969D9E9316}" srcOrd="0" destOrd="0" presId="urn:microsoft.com/office/officeart/2005/8/layout/vList2"/>
    <dgm:cxn modelId="{E220ABF5-2AB0-4505-9B7C-39BC9B78002B}" srcId="{D21A3995-92E6-42CC-998F-22BC4372F475}" destId="{847A2C5B-5360-4F1A-8F71-82EA0014051F}" srcOrd="0" destOrd="0" parTransId="{BD1B17FA-6298-4724-BE5E-3AB49187FA0A}" sibTransId="{1E070A85-5482-417D-83E7-A2AFBE978021}"/>
    <dgm:cxn modelId="{53CFDB87-9637-4F1F-A9FE-6018C72FD48E}" type="presParOf" srcId="{F16E1504-2AD5-4F2C-ABC4-010E5DBEECE4}" destId="{90024665-0828-4BB8-87B5-6C969D9E931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21A3995-92E6-42CC-998F-22BC4372F475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7A2C5B-5360-4F1A-8F71-82EA0014051F}">
      <dgm:prSet custT="1"/>
      <dgm:spPr>
        <a:solidFill>
          <a:schemeClr val="bg1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 algn="ctr"/>
          <a:r>
            <a:rPr lang="en-US" sz="4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rPr>
            <a:t>Objectives</a:t>
          </a:r>
          <a:endParaRPr lang="en-US" sz="48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lgerian" panose="04020705040A02060702" pitchFamily="82" charset="0"/>
          </a:endParaRPr>
        </a:p>
      </dgm:t>
    </dgm:pt>
    <dgm:pt modelId="{BD1B17FA-6298-4724-BE5E-3AB49187FA0A}" type="parTrans" cxnId="{E220ABF5-2AB0-4505-9B7C-39BC9B78002B}">
      <dgm:prSet/>
      <dgm:spPr/>
      <dgm:t>
        <a:bodyPr/>
        <a:lstStyle/>
        <a:p>
          <a:endParaRPr lang="en-US"/>
        </a:p>
      </dgm:t>
    </dgm:pt>
    <dgm:pt modelId="{1E070A85-5482-417D-83E7-A2AFBE978021}" type="sibTrans" cxnId="{E220ABF5-2AB0-4505-9B7C-39BC9B78002B}">
      <dgm:prSet/>
      <dgm:spPr/>
      <dgm:t>
        <a:bodyPr/>
        <a:lstStyle/>
        <a:p>
          <a:endParaRPr lang="en-US"/>
        </a:p>
      </dgm:t>
    </dgm:pt>
    <dgm:pt modelId="{F16E1504-2AD5-4F2C-ABC4-010E5DBEECE4}" type="pres">
      <dgm:prSet presAssocID="{D21A3995-92E6-42CC-998F-22BC4372F475}" presName="linear" presStyleCnt="0">
        <dgm:presLayoutVars>
          <dgm:animLvl val="lvl"/>
          <dgm:resizeHandles val="exact"/>
        </dgm:presLayoutVars>
      </dgm:prSet>
      <dgm:spPr/>
    </dgm:pt>
    <dgm:pt modelId="{90024665-0828-4BB8-87B5-6C969D9E9316}" type="pres">
      <dgm:prSet presAssocID="{847A2C5B-5360-4F1A-8F71-82EA0014051F}" presName="parentText" presStyleLbl="node1" presStyleIdx="0" presStyleCnt="1" custLinFactNeighborX="249" custLinFactNeighborY="69107">
        <dgm:presLayoutVars>
          <dgm:chMax val="0"/>
          <dgm:bulletEnabled val="1"/>
        </dgm:presLayoutVars>
      </dgm:prSet>
      <dgm:spPr/>
    </dgm:pt>
  </dgm:ptLst>
  <dgm:cxnLst>
    <dgm:cxn modelId="{1B706F60-2102-44D6-A250-CBBCEBF19C1F}" type="presOf" srcId="{D21A3995-92E6-42CC-998F-22BC4372F475}" destId="{F16E1504-2AD5-4F2C-ABC4-010E5DBEECE4}" srcOrd="0" destOrd="0" presId="urn:microsoft.com/office/officeart/2005/8/layout/vList2"/>
    <dgm:cxn modelId="{3450B872-D548-47D9-A82D-8AA310482DF6}" type="presOf" srcId="{847A2C5B-5360-4F1A-8F71-82EA0014051F}" destId="{90024665-0828-4BB8-87B5-6C969D9E9316}" srcOrd="0" destOrd="0" presId="urn:microsoft.com/office/officeart/2005/8/layout/vList2"/>
    <dgm:cxn modelId="{E220ABF5-2AB0-4505-9B7C-39BC9B78002B}" srcId="{D21A3995-92E6-42CC-998F-22BC4372F475}" destId="{847A2C5B-5360-4F1A-8F71-82EA0014051F}" srcOrd="0" destOrd="0" parTransId="{BD1B17FA-6298-4724-BE5E-3AB49187FA0A}" sibTransId="{1E070A85-5482-417D-83E7-A2AFBE978021}"/>
    <dgm:cxn modelId="{53CFDB87-9637-4F1F-A9FE-6018C72FD48E}" type="presParOf" srcId="{F16E1504-2AD5-4F2C-ABC4-010E5DBEECE4}" destId="{90024665-0828-4BB8-87B5-6C969D9E931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E31B1DD-1969-4503-9654-5F43B8CDD526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A6D7A10-A44A-4F38-984C-9EF712BA49D5}">
      <dgm:prSet custT="1"/>
      <dgm:spPr>
        <a:solidFill>
          <a:schemeClr val="bg1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 algn="ctr"/>
          <a:r>
            <a:rPr lang="en-US" sz="4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rPr>
            <a:t>conclusion</a:t>
          </a:r>
        </a:p>
      </dgm:t>
    </dgm:pt>
    <dgm:pt modelId="{702B4137-40A6-460C-8A2C-21833A348B21}" type="parTrans" cxnId="{92E0B0D1-4822-43B4-9360-910FF5588BEE}">
      <dgm:prSet/>
      <dgm:spPr/>
      <dgm:t>
        <a:bodyPr/>
        <a:lstStyle/>
        <a:p>
          <a:endParaRPr lang="en-US"/>
        </a:p>
      </dgm:t>
    </dgm:pt>
    <dgm:pt modelId="{E8CFDC0D-9E0A-44F8-AFC2-7FCCDD61672D}" type="sibTrans" cxnId="{92E0B0D1-4822-43B4-9360-910FF5588BEE}">
      <dgm:prSet/>
      <dgm:spPr/>
      <dgm:t>
        <a:bodyPr/>
        <a:lstStyle/>
        <a:p>
          <a:endParaRPr lang="en-US"/>
        </a:p>
      </dgm:t>
    </dgm:pt>
    <dgm:pt modelId="{82BE66A4-C7CB-48FD-92FA-1234EE2266AC}" type="pres">
      <dgm:prSet presAssocID="{6E31B1DD-1969-4503-9654-5F43B8CDD526}" presName="linear" presStyleCnt="0">
        <dgm:presLayoutVars>
          <dgm:animLvl val="lvl"/>
          <dgm:resizeHandles val="exact"/>
        </dgm:presLayoutVars>
      </dgm:prSet>
      <dgm:spPr/>
    </dgm:pt>
    <dgm:pt modelId="{D14BF716-2B35-4F57-B3D8-9A7ED219C892}" type="pres">
      <dgm:prSet presAssocID="{7A6D7A10-A44A-4F38-984C-9EF712BA49D5}" presName="parentText" presStyleLbl="node1" presStyleIdx="0" presStyleCnt="1" custScaleX="96906" custScaleY="178215" custLinFactNeighborX="227" custLinFactNeighborY="15437">
        <dgm:presLayoutVars>
          <dgm:chMax val="0"/>
          <dgm:bulletEnabled val="1"/>
        </dgm:presLayoutVars>
      </dgm:prSet>
      <dgm:spPr/>
    </dgm:pt>
  </dgm:ptLst>
  <dgm:cxnLst>
    <dgm:cxn modelId="{48B3715E-D773-467D-B3A2-3BCD49BB3BD4}" type="presOf" srcId="{7A6D7A10-A44A-4F38-984C-9EF712BA49D5}" destId="{D14BF716-2B35-4F57-B3D8-9A7ED219C892}" srcOrd="0" destOrd="0" presId="urn:microsoft.com/office/officeart/2005/8/layout/vList2"/>
    <dgm:cxn modelId="{92E0B0D1-4822-43B4-9360-910FF5588BEE}" srcId="{6E31B1DD-1969-4503-9654-5F43B8CDD526}" destId="{7A6D7A10-A44A-4F38-984C-9EF712BA49D5}" srcOrd="0" destOrd="0" parTransId="{702B4137-40A6-460C-8A2C-21833A348B21}" sibTransId="{E8CFDC0D-9E0A-44F8-AFC2-7FCCDD61672D}"/>
    <dgm:cxn modelId="{4FC3A8E0-743B-4006-99FF-C145B16AA86F}" type="presOf" srcId="{6E31B1DD-1969-4503-9654-5F43B8CDD526}" destId="{82BE66A4-C7CB-48FD-92FA-1234EE2266AC}" srcOrd="0" destOrd="0" presId="urn:microsoft.com/office/officeart/2005/8/layout/vList2"/>
    <dgm:cxn modelId="{EB38B6EC-E13A-4AD4-A898-8054E2618492}" type="presParOf" srcId="{82BE66A4-C7CB-48FD-92FA-1234EE2266AC}" destId="{D14BF716-2B35-4F57-B3D8-9A7ED219C89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E31B1DD-1969-4503-9654-5F43B8CDD526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2BE66A4-C7CB-48FD-92FA-1234EE2266AC}" type="pres">
      <dgm:prSet presAssocID="{6E31B1DD-1969-4503-9654-5F43B8CDD526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4FC3A8E0-743B-4006-99FF-C145B16AA86F}" type="presOf" srcId="{6E31B1DD-1969-4503-9654-5F43B8CDD526}" destId="{82BE66A4-C7CB-48FD-92FA-1234EE2266A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6B3019-2634-4000-9EF6-CA965CD167F7}">
      <dsp:nvSpPr>
        <dsp:cNvPr id="0" name=""/>
        <dsp:cNvSpPr/>
      </dsp:nvSpPr>
      <dsp:spPr>
        <a:xfrm>
          <a:off x="0" y="593"/>
          <a:ext cx="6738425" cy="871010"/>
        </a:xfrm>
        <a:prstGeom prst="roundRect">
          <a:avLst/>
        </a:prstGeom>
        <a:solidFill>
          <a:schemeClr val="bg1"/>
        </a:soli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rPr>
            <a:t>INTRODUCTION</a:t>
          </a:r>
          <a:endParaRPr lang="en-US" sz="4800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lgerian" panose="04020705040A02060702" pitchFamily="82" charset="0"/>
          </a:endParaRPr>
        </a:p>
      </dsp:txBody>
      <dsp:txXfrm>
        <a:off x="42519" y="43112"/>
        <a:ext cx="6653387" cy="7859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A4E3FC-2857-480F-8B88-BF00BFA499B8}">
      <dsp:nvSpPr>
        <dsp:cNvPr id="0" name=""/>
        <dsp:cNvSpPr/>
      </dsp:nvSpPr>
      <dsp:spPr>
        <a:xfrm>
          <a:off x="0" y="1077"/>
          <a:ext cx="7160456" cy="824118"/>
        </a:xfrm>
        <a:prstGeom prst="roundRect">
          <a:avLst/>
        </a:prstGeom>
        <a:solidFill>
          <a:schemeClr val="bg1"/>
        </a:soli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rPr>
            <a:t>PROBLEM</a:t>
          </a:r>
          <a:r>
            <a:rPr lang="en-US" sz="60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rPr>
            <a:t> </a:t>
          </a:r>
          <a:r>
            <a:rPr lang="en-US" sz="48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rPr>
            <a:t>STATEMENT</a:t>
          </a:r>
          <a:endParaRPr lang="en-US" sz="6000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lgerian" panose="04020705040A02060702" pitchFamily="82" charset="0"/>
          </a:endParaRPr>
        </a:p>
      </dsp:txBody>
      <dsp:txXfrm>
        <a:off x="40230" y="41307"/>
        <a:ext cx="7079996" cy="7436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024665-0828-4BB8-87B5-6C969D9E9316}">
      <dsp:nvSpPr>
        <dsp:cNvPr id="0" name=""/>
        <dsp:cNvSpPr/>
      </dsp:nvSpPr>
      <dsp:spPr>
        <a:xfrm>
          <a:off x="0" y="388"/>
          <a:ext cx="5657850" cy="830608"/>
        </a:xfrm>
        <a:prstGeom prst="roundRect">
          <a:avLst/>
        </a:prstGeom>
        <a:solidFill>
          <a:schemeClr val="bg1"/>
        </a:soli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rPr>
            <a:t>AIM</a:t>
          </a:r>
          <a:endParaRPr lang="en-US" sz="4800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lgerian" panose="04020705040A02060702" pitchFamily="82" charset="0"/>
          </a:endParaRPr>
        </a:p>
      </dsp:txBody>
      <dsp:txXfrm>
        <a:off x="40547" y="40935"/>
        <a:ext cx="5576756" cy="74951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024665-0828-4BB8-87B5-6C969D9E9316}">
      <dsp:nvSpPr>
        <dsp:cNvPr id="0" name=""/>
        <dsp:cNvSpPr/>
      </dsp:nvSpPr>
      <dsp:spPr>
        <a:xfrm>
          <a:off x="0" y="174"/>
          <a:ext cx="5755091" cy="791395"/>
        </a:xfrm>
        <a:prstGeom prst="roundRect">
          <a:avLst/>
        </a:prstGeom>
        <a:solidFill>
          <a:schemeClr val="bg1"/>
        </a:soli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rPr>
            <a:t>Objectives</a:t>
          </a:r>
          <a:endParaRPr lang="en-US" sz="4800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lgerian" panose="04020705040A02060702" pitchFamily="82" charset="0"/>
          </a:endParaRPr>
        </a:p>
      </dsp:txBody>
      <dsp:txXfrm>
        <a:off x="38633" y="38807"/>
        <a:ext cx="5677825" cy="71412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4BF716-2B35-4F57-B3D8-9A7ED219C892}">
      <dsp:nvSpPr>
        <dsp:cNvPr id="0" name=""/>
        <dsp:cNvSpPr/>
      </dsp:nvSpPr>
      <dsp:spPr>
        <a:xfrm>
          <a:off x="211669" y="148689"/>
          <a:ext cx="6085941" cy="874893"/>
        </a:xfrm>
        <a:prstGeom prst="roundRect">
          <a:avLst/>
        </a:prstGeom>
        <a:solidFill>
          <a:schemeClr val="bg1"/>
        </a:soli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rPr>
            <a:t>conclusion</a:t>
          </a:r>
        </a:p>
      </dsp:txBody>
      <dsp:txXfrm>
        <a:off x="254378" y="191398"/>
        <a:ext cx="6000523" cy="78947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D18D8F-B2FA-480E-BC6E-D0042BD8DC6A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5D74E8-0EF5-4279-932D-56A1D6A68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764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9C81B-D60E-BBC5-BC6C-03A9083FAA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C568E1-D286-0BF2-CD82-53EA2D8FA3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AF47F-F36F-5DDD-D91D-252C4455C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92750-B054-4788-9BAE-B1B8ECA60335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BF5AA-DE9A-BA87-FCDE-E8E256155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20B52-2C61-EA94-029D-7C1E15A13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10FE0-6C59-483A-806A-4F0147567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207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57CA8-04F3-3C3A-9450-919582912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9A949-480D-DAF9-D13C-9CA8BE1B1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553B8-DE07-D368-C4EF-EB7760845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92750-B054-4788-9BAE-B1B8ECA60335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11871-BFE6-9557-8A2B-A02AF6920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DC3C5-B45D-FD2C-F1E6-433455388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10FE0-6C59-483A-806A-4F0147567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867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426D3-D073-3CC0-5131-886316BEF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50361D-191E-416B-B245-A7F9901E0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6503A-BC78-D48E-29D4-0BEE74DC4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92750-B054-4788-9BAE-B1B8ECA60335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60016-A0A1-9C4A-C66E-6C4D1BD4B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5FD42-2F84-08CF-09C0-3C0AFC673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10FE0-6C59-483A-806A-4F0147567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460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A69AB-0FE1-9896-5FC2-150007142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2F87E-385C-CA75-40C1-2D7FDEB19A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B0C0C2-1964-5749-D918-C8FFBD9F66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609FCA-6598-1B8A-0DCF-732D1E0E1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92750-B054-4788-9BAE-B1B8ECA60335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538F62-7685-E556-3ADD-1BABB2331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F8B7E-7941-22F4-37F9-70AE8C7B7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10FE0-6C59-483A-806A-4F0147567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505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BDE23-5F1C-AED0-4564-585A1C0BF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3FBFB2-1478-8A22-4F71-F8E41A369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489941-411B-34DE-7C6B-7A5CF828E1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33A81-F3AC-B93B-4479-354209A3F6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8A105D-F7C5-B946-F244-6AE34F47D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880F8C-D83D-B716-3D86-8471C1EE6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92750-B054-4788-9BAE-B1B8ECA60335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690701-8BEE-7813-6B29-FF81227C8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4F7F4A-C7B0-636B-6ED8-7D2400354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10FE0-6C59-483A-806A-4F0147567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082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A8025-FBA6-2967-416A-5DF03A0D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8B0C19-17F3-62CD-3E87-2C1A1BCC3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92750-B054-4788-9BAE-B1B8ECA60335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13FBF9-BA5D-DC48-390A-353F4889C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8AC8A-14B7-0C88-BDD0-7655FDF7B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10FE0-6C59-483A-806A-4F0147567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322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076B10-AD7B-672C-46F8-5F40466D5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92750-B054-4788-9BAE-B1B8ECA60335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05A3C8-288C-95BD-B7ED-E3A5799B0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AD663A-DBB5-54A9-14D1-BBC753B0E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10FE0-6C59-483A-806A-4F0147567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640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A8961-9176-43F6-0D16-CDC5897B6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D1D3A-2D8A-5ABD-7A7A-1302711FF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FC847-3D0F-642C-F4F0-F6961F2747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9A745-78F3-9BE0-4DE3-F7051C37A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92750-B054-4788-9BAE-B1B8ECA60335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8488C-7274-D21A-DAAF-444145FFF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AC4DE-9D11-8DE2-7F53-15F4D8316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10FE0-6C59-483A-806A-4F0147567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166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490D7-4CF9-CBD7-0016-7CEF69884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5BEBBF-3C97-BC6D-D24E-F03583C4AA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D2167B-2B4E-13E7-B490-33CAC1E1F9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B4A427-7F8C-211E-DB40-419AB45DB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92750-B054-4788-9BAE-B1B8ECA60335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58D20-2FAC-6E61-BD23-D85779A48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A8897-7121-9557-53AD-AE72B0E8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10FE0-6C59-483A-806A-4F0147567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124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06328-E2C2-5237-A6E6-22E8CC08B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D498FD-6BFC-E0DD-E4D1-7E140848FF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3AF4F-CE1F-A2AD-A373-FACCEB29D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92750-B054-4788-9BAE-B1B8ECA60335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7CBE8-4824-5737-9403-9FF0C8F2C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09EDF-7B6B-3CBC-1049-A958E73B4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10FE0-6C59-483A-806A-4F0147567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0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25A378-EBF1-BBB5-3EB3-B24F309456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1F503-D7AB-B292-1388-7DFE674AF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2D9DE-056C-5C90-4D2D-28A327A5A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92750-B054-4788-9BAE-B1B8ECA60335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03E96-20BC-3AA9-F8BA-17C1A1E6C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48AB4-D029-590D-589D-1BAD433AF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10FE0-6C59-483A-806A-4F0147567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305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393DF2-E95E-2068-39AB-289BA63E4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BC8C3E-263D-0C4F-2527-134593AF5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71318-14C3-01B6-E01C-73C704393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92750-B054-4788-9BAE-B1B8ECA60335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E90CC-B944-B010-8FAE-811732C362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F13E1-1109-871E-9A50-51AD0AC3AF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110FE0-6C59-483A-806A-4F0147567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63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5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7.gif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8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8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Layout" Target="../diagrams/layout6.xml"/><Relationship Id="rId7" Type="http://schemas.openxmlformats.org/officeDocument/2006/relationships/image" Target="../media/image8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Relationship Id="rId9" Type="http://schemas.openxmlformats.org/officeDocument/2006/relationships/image" Target="../media/image10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21632-513D-706F-15D8-A57DCFD5F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3A58D8-F794-8A82-C72B-E2AABADBDF51}"/>
              </a:ext>
            </a:extLst>
          </p:cNvPr>
          <p:cNvSpPr/>
          <p:nvPr/>
        </p:nvSpPr>
        <p:spPr>
          <a:xfrm>
            <a:off x="0" y="-140313"/>
            <a:ext cx="12192000" cy="68580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AEC3C8-DAA6-9D09-E821-7D06AA6D8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56" y="454293"/>
            <a:ext cx="1763486" cy="17373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4387DD-A056-6B9F-211F-60AA2658B6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84" y="454293"/>
            <a:ext cx="1552160" cy="17373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05C3F7-934B-D0E3-227D-A78BB43E0499}"/>
              </a:ext>
            </a:extLst>
          </p:cNvPr>
          <p:cNvSpPr txBox="1"/>
          <p:nvPr/>
        </p:nvSpPr>
        <p:spPr>
          <a:xfrm>
            <a:off x="2630657" y="2411524"/>
            <a:ext cx="69306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lgerian" panose="04020705040A02060702" pitchFamily="82" charset="0"/>
                <a:cs typeface="Times New Roman" panose="02020603050405020304" pitchFamily="18" charset="0"/>
              </a:rPr>
              <a:t>ONLINE FURNITURE SYSTEM</a:t>
            </a:r>
          </a:p>
        </p:txBody>
      </p:sp>
    </p:spTree>
    <p:extLst>
      <p:ext uri="{BB962C8B-B14F-4D97-AF65-F5344CB8AC3E}">
        <p14:creationId xmlns:p14="http://schemas.microsoft.com/office/powerpoint/2010/main" val="1951586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45DD4-9A53-07A9-5A2B-3847E8F6F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C3DA0BE-6F4E-A3DB-4FFA-E9C15FF2D9BB}"/>
              </a:ext>
            </a:extLst>
          </p:cNvPr>
          <p:cNvSpPr/>
          <p:nvPr/>
        </p:nvSpPr>
        <p:spPr>
          <a:xfrm>
            <a:off x="2568085" y="1318057"/>
            <a:ext cx="2222360" cy="2222360"/>
          </a:xfrm>
          <a:custGeom>
            <a:avLst/>
            <a:gdLst/>
            <a:ahLst/>
            <a:cxnLst/>
            <a:rect l="l" t="t" r="r" b="b"/>
            <a:pathLst>
              <a:path w="2222360" h="2222360">
                <a:moveTo>
                  <a:pt x="0" y="0"/>
                </a:moveTo>
                <a:lnTo>
                  <a:pt x="2222360" y="0"/>
                </a:lnTo>
                <a:lnTo>
                  <a:pt x="2222360" y="2222360"/>
                </a:lnTo>
                <a:lnTo>
                  <a:pt x="0" y="2222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0" name="TextBox 34">
            <a:extLst>
              <a:ext uri="{FF2B5EF4-FFF2-40B4-BE49-F238E27FC236}">
                <a16:creationId xmlns:a16="http://schemas.microsoft.com/office/drawing/2014/main" id="{B014CCCC-E1C6-C5C3-38E2-9E0385904D0A}"/>
              </a:ext>
            </a:extLst>
          </p:cNvPr>
          <p:cNvSpPr txBox="1"/>
          <p:nvPr/>
        </p:nvSpPr>
        <p:spPr>
          <a:xfrm>
            <a:off x="5160388" y="5937913"/>
            <a:ext cx="229903" cy="360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0"/>
              </a:lnSpc>
              <a:spcBef>
                <a:spcPct val="0"/>
              </a:spcBef>
            </a:pPr>
            <a:endParaRPr lang="en-US" sz="2400" b="1" spc="-20" dirty="0">
              <a:solidFill>
                <a:srgbClr val="000000"/>
              </a:solidFill>
              <a:latin typeface="Times New Roman" panose="02020603050405020304" pitchFamily="18" charset="0"/>
              <a:ea typeface="Inter Bold"/>
              <a:cs typeface="Times New Roman" panose="02020603050405020304" pitchFamily="18" charset="0"/>
              <a:sym typeface="Inter Bold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30D1A65-618F-1A37-D0BE-D87D41B48FF8}"/>
              </a:ext>
            </a:extLst>
          </p:cNvPr>
          <p:cNvSpPr txBox="1"/>
          <p:nvPr/>
        </p:nvSpPr>
        <p:spPr>
          <a:xfrm>
            <a:off x="5707448" y="3309584"/>
            <a:ext cx="27162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6D018AD-8B0E-48EF-A733-1FA28A64F795}"/>
              </a:ext>
            </a:extLst>
          </p:cNvPr>
          <p:cNvSpPr txBox="1"/>
          <p:nvPr/>
        </p:nvSpPr>
        <p:spPr>
          <a:xfrm>
            <a:off x="5662499" y="1270304"/>
            <a:ext cx="3205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72D8A0E-CF16-E784-D8CC-5ECF483BD5B8}"/>
              </a:ext>
            </a:extLst>
          </p:cNvPr>
          <p:cNvSpPr txBox="1"/>
          <p:nvPr/>
        </p:nvSpPr>
        <p:spPr>
          <a:xfrm>
            <a:off x="5569709" y="1915600"/>
            <a:ext cx="33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 Statement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8425587-7AA5-B930-E12E-39ACDF2C53ED}"/>
              </a:ext>
            </a:extLst>
          </p:cNvPr>
          <p:cNvSpPr txBox="1"/>
          <p:nvPr/>
        </p:nvSpPr>
        <p:spPr>
          <a:xfrm>
            <a:off x="5619810" y="2560896"/>
            <a:ext cx="3291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Aims and Objectives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E90F156-2A4A-EAAC-692D-659A6673741C}"/>
              </a:ext>
            </a:extLst>
          </p:cNvPr>
          <p:cNvSpPr txBox="1"/>
          <p:nvPr/>
        </p:nvSpPr>
        <p:spPr>
          <a:xfrm>
            <a:off x="2870538" y="2146432"/>
            <a:ext cx="1919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  <a:cs typeface="Times New Roman" panose="02020603050405020304" pitchFamily="18" charset="0"/>
              </a:rPr>
              <a:t>LAYOUT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C830D9C5-BF30-685F-1C7E-B521A11A9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841" y="181307"/>
            <a:ext cx="1763486" cy="173736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3B3077-4C38-26BC-4550-CE323020B8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6998" y="181308"/>
            <a:ext cx="1552160" cy="17373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3173C5-ECD3-165B-DCC2-45F2ECD972E9}"/>
              </a:ext>
            </a:extLst>
          </p:cNvPr>
          <p:cNvSpPr txBox="1"/>
          <p:nvPr/>
        </p:nvSpPr>
        <p:spPr>
          <a:xfrm>
            <a:off x="5675917" y="3967798"/>
            <a:ext cx="27162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548847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6" grpId="0"/>
      <p:bldP spid="49" grpId="0"/>
      <p:bldP spid="50" grpId="0"/>
      <p:bldP spid="51" grpId="0"/>
      <p:bldP spid="54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D6C18-D9C4-FF6A-0615-CC41B90A7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F64549-4059-CE52-FE8C-3286ADDFB7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E1EAF0-B259-C2C7-AD2C-EE5644346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41" y="181307"/>
            <a:ext cx="1763486" cy="1737360"/>
          </a:xfrm>
          <a:prstGeom prst="rect">
            <a:avLst/>
          </a:prstGeom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A5799F2-2589-8139-3106-6D97746DCD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2566022"/>
              </p:ext>
            </p:extLst>
          </p:nvPr>
        </p:nvGraphicFramePr>
        <p:xfrm>
          <a:off x="2743199" y="520504"/>
          <a:ext cx="6738425" cy="8721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5134914-6736-0903-914B-A19F15928F3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6998" y="181308"/>
            <a:ext cx="1552160" cy="17373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55A45-BC2E-1BF8-5D8D-14B450F41DCF}"/>
              </a:ext>
            </a:extLst>
          </p:cNvPr>
          <p:cNvSpPr txBox="1"/>
          <p:nvPr/>
        </p:nvSpPr>
        <p:spPr>
          <a:xfrm>
            <a:off x="2136327" y="2099974"/>
            <a:ext cx="8741880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Online Furniture System brings the traditional furniture store into the digital age. It is a website that allows customers to browse and buy furniture from anywhere, at any time, solving the inconvenience of physical shopping. For the business, it provides a simple, centralized platform to manage products and orders efficiently.</a:t>
            </a:r>
          </a:p>
        </p:txBody>
      </p:sp>
    </p:spTree>
    <p:extLst>
      <p:ext uri="{BB962C8B-B14F-4D97-AF65-F5344CB8AC3E}">
        <p14:creationId xmlns:p14="http://schemas.microsoft.com/office/powerpoint/2010/main" val="1535086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06363BE-D693-5221-B376-D6F1B9BCA3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7077423"/>
              </p:ext>
            </p:extLst>
          </p:nvPr>
        </p:nvGraphicFramePr>
        <p:xfrm>
          <a:off x="2644727" y="634452"/>
          <a:ext cx="7160456" cy="8251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0E17244F-50D4-7032-34F6-C9121FC6E8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841" y="181307"/>
            <a:ext cx="1763486" cy="17373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88B4A8-2C97-BD87-DBB1-F6C892DED5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27270" y="210554"/>
            <a:ext cx="1554615" cy="17375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77BF11-D414-F151-91FD-F693019A8CA3}"/>
              </a:ext>
            </a:extLst>
          </p:cNvPr>
          <p:cNvSpPr txBox="1"/>
          <p:nvPr/>
        </p:nvSpPr>
        <p:spPr>
          <a:xfrm>
            <a:off x="2732689" y="1776246"/>
            <a:ext cx="40569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Inconvenient Shopping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Errors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Reach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Consumption</a:t>
            </a:r>
          </a:p>
        </p:txBody>
      </p:sp>
    </p:spTree>
    <p:extLst>
      <p:ext uri="{BB962C8B-B14F-4D97-AF65-F5344CB8AC3E}">
        <p14:creationId xmlns:p14="http://schemas.microsoft.com/office/powerpoint/2010/main" val="2294739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8EA739-A08C-BB9E-A1D1-52916E38ADE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D4FF0F0-FDA8-757C-1C38-D1DBBC9160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9127704"/>
              </p:ext>
            </p:extLst>
          </p:nvPr>
        </p:nvGraphicFramePr>
        <p:xfrm>
          <a:off x="3143250" y="542925"/>
          <a:ext cx="5657850" cy="8309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801EA7B7-D2A6-35AB-1115-F27EA1E3E6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686" y="2039622"/>
            <a:ext cx="4501662" cy="35452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07E336-2B5E-3687-1177-319465F0CA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3278" y="210553"/>
            <a:ext cx="1761897" cy="17375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633678-2284-400A-CCCB-65A4729F584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24107" y="89667"/>
            <a:ext cx="1554615" cy="173751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4CEDC11-D158-6546-3EF8-50CC24A11BAF}"/>
              </a:ext>
            </a:extLst>
          </p:cNvPr>
          <p:cNvSpPr txBox="1"/>
          <p:nvPr/>
        </p:nvSpPr>
        <p:spPr>
          <a:xfrm>
            <a:off x="5899706" y="2714957"/>
            <a:ext cx="56578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aim of the Online Furniture System is to make the furniture shopping process faster, easier, and more convenient by using a digital platform that improves customer access and tracks orders clearly.</a:t>
            </a:r>
          </a:p>
        </p:txBody>
      </p:sp>
    </p:spTree>
    <p:extLst>
      <p:ext uri="{BB962C8B-B14F-4D97-AF65-F5344CB8AC3E}">
        <p14:creationId xmlns:p14="http://schemas.microsoft.com/office/powerpoint/2010/main" val="1345578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B0673-7E85-7C4F-E56A-A0863F6CF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9EA7F1-47DE-F80E-D9E9-0B58E1B7329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D7BD47AB-757E-E574-36E1-94EBB6409D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6866532"/>
              </p:ext>
            </p:extLst>
          </p:nvPr>
        </p:nvGraphicFramePr>
        <p:xfrm>
          <a:off x="3143249" y="272956"/>
          <a:ext cx="5755091" cy="7915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2452148F-5553-CC38-3E76-085E3BF1C0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913" y="44222"/>
            <a:ext cx="1761897" cy="17375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C5122DB-5BE1-7933-F425-C5527FAEC5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83164" y="44222"/>
            <a:ext cx="1554615" cy="17375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1D96B4-778B-29EE-2F77-E8C089E8EEA7}"/>
              </a:ext>
            </a:extLst>
          </p:cNvPr>
          <p:cNvSpPr txBox="1"/>
          <p:nvPr/>
        </p:nvSpPr>
        <p:spPr>
          <a:xfrm>
            <a:off x="2151723" y="1640352"/>
            <a:ext cx="8270543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objectives are to: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secure login and registration system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dynamic product catalog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fully functional shopping cart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simple checkout process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construct an admin panel</a:t>
            </a:r>
          </a:p>
        </p:txBody>
      </p:sp>
    </p:spTree>
    <p:extLst>
      <p:ext uri="{BB962C8B-B14F-4D97-AF65-F5344CB8AC3E}">
        <p14:creationId xmlns:p14="http://schemas.microsoft.com/office/powerpoint/2010/main" val="2265436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8EA739-A08C-BB9E-A1D1-52916E38ADE8}"/>
              </a:ext>
            </a:extLst>
          </p:cNvPr>
          <p:cNvSpPr/>
          <p:nvPr/>
        </p:nvSpPr>
        <p:spPr>
          <a:xfrm>
            <a:off x="136515" y="-172178"/>
            <a:ext cx="12192000" cy="68580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8E7613-7EEE-53C1-1AF2-104667FC6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15" y="46053"/>
            <a:ext cx="1761897" cy="17375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329E91-C9BB-3DAB-E6E0-73C9AA490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3588" y="46053"/>
            <a:ext cx="1554615" cy="17375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BBE416-0FDB-C683-3E3B-48ABCE89A93E}"/>
              </a:ext>
            </a:extLst>
          </p:cNvPr>
          <p:cNvSpPr txBox="1"/>
          <p:nvPr/>
        </p:nvSpPr>
        <p:spPr>
          <a:xfrm>
            <a:off x="3549210" y="46053"/>
            <a:ext cx="5591507" cy="76944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USECASE diagram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2DCEC2-BA1E-4915-8721-E6B189CFB6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3650" y="995744"/>
            <a:ext cx="8071288" cy="486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500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D0723-F37C-F69A-9446-637245B5D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1A3EFDDE-03F5-2ABB-02E7-473A8D51C1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7531076"/>
              </p:ext>
            </p:extLst>
          </p:nvPr>
        </p:nvGraphicFramePr>
        <p:xfrm>
          <a:off x="2786063" y="259306"/>
          <a:ext cx="6480767" cy="10235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7254F51-FF6F-7981-5BE7-10D40F2EFF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515" y="46053"/>
            <a:ext cx="1761897" cy="17375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C1C923-5C3B-A8BC-345B-484255ECE6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93588" y="46053"/>
            <a:ext cx="1554615" cy="17375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C997197-FCA4-9483-E9D8-A25226877AF3}"/>
              </a:ext>
            </a:extLst>
          </p:cNvPr>
          <p:cNvSpPr txBox="1"/>
          <p:nvPr/>
        </p:nvSpPr>
        <p:spPr>
          <a:xfrm>
            <a:off x="1996507" y="2115403"/>
            <a:ext cx="9074388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conclusion, an Online Furniture System is a smart solution to the limitations of traditional retail. It creates a win-win situation: customers get a more convenient way to shop, and the business gets a powerful tool to automate sales and management. Ultimately, it uses web technology to build a more efficient and accessible way to sell furniture.</a:t>
            </a:r>
          </a:p>
        </p:txBody>
      </p:sp>
    </p:spTree>
    <p:extLst>
      <p:ext uri="{BB962C8B-B14F-4D97-AF65-F5344CB8AC3E}">
        <p14:creationId xmlns:p14="http://schemas.microsoft.com/office/powerpoint/2010/main" val="10131811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E3FE5-59C3-FAC5-EFB6-061AB4CE3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2C558A-56C3-F184-FB17-892390A71AA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A09BCC5-6860-D59A-143D-298596D38A2D}"/>
              </a:ext>
            </a:extLst>
          </p:cNvPr>
          <p:cNvGraphicFramePr/>
          <p:nvPr/>
        </p:nvGraphicFramePr>
        <p:xfrm>
          <a:off x="2786063" y="124979"/>
          <a:ext cx="6589949" cy="8849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A3A5A57B-2FEE-5775-1666-7488874887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515" y="-27519"/>
            <a:ext cx="1761897" cy="17375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D8D2F9-941D-1977-3C25-26CDC974DD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93588" y="46053"/>
            <a:ext cx="1554615" cy="17375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857B8A4-B22C-FDE6-E0C7-9C98569D5E7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0284" y="1218210"/>
            <a:ext cx="5553408" cy="4494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895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978</TotalTime>
  <Words>226</Words>
  <Application>Microsoft Office PowerPoint</Application>
  <PresentationFormat>Widescreen</PresentationFormat>
  <Paragraphs>26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Algerian</vt:lpstr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HOSTEL BOOKING SYSTEM</dc:title>
  <dc:creator>Singye</dc:creator>
  <cp:lastModifiedBy>SonamLhamo</cp:lastModifiedBy>
  <cp:revision>59</cp:revision>
  <dcterms:created xsi:type="dcterms:W3CDTF">2024-05-28T14:59:35Z</dcterms:created>
  <dcterms:modified xsi:type="dcterms:W3CDTF">2025-08-29T05:14:45Z</dcterms:modified>
</cp:coreProperties>
</file>